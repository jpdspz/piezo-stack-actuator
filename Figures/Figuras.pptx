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204" y="-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Pereira" userId="398580dd-a073-43e2-8be8-9f9356dd49d4" providerId="ADAL" clId="{4BAA2464-BFC5-4F17-958E-CE5DE4D13992}"/>
    <pc:docChg chg="modSld">
      <pc:chgData name="João Pereira" userId="398580dd-a073-43e2-8be8-9f9356dd49d4" providerId="ADAL" clId="{4BAA2464-BFC5-4F17-958E-CE5DE4D13992}" dt="2026-07-13T23:53:48.564" v="11" actId="207"/>
      <pc:docMkLst>
        <pc:docMk/>
      </pc:docMkLst>
      <pc:sldChg chg="modSp mod">
        <pc:chgData name="João Pereira" userId="398580dd-a073-43e2-8be8-9f9356dd49d4" providerId="ADAL" clId="{4BAA2464-BFC5-4F17-958E-CE5DE4D13992}" dt="2026-07-13T23:53:48.564" v="11" actId="207"/>
        <pc:sldMkLst>
          <pc:docMk/>
          <pc:sldMk cId="3822222496" sldId="256"/>
        </pc:sldMkLst>
        <pc:spChg chg="mod">
          <ac:chgData name="João Pereira" userId="398580dd-a073-43e2-8be8-9f9356dd49d4" providerId="ADAL" clId="{4BAA2464-BFC5-4F17-958E-CE5DE4D13992}" dt="2026-07-13T23:53:48.564" v="11" actId="207"/>
          <ac:spMkLst>
            <pc:docMk/>
            <pc:sldMk cId="3822222496" sldId="256"/>
            <ac:spMk id="8" creationId="{3F89B24F-433B-471C-93DB-4732689F3546}"/>
          </ac:spMkLst>
        </pc:spChg>
        <pc:spChg chg="mod">
          <ac:chgData name="João Pereira" userId="398580dd-a073-43e2-8be8-9f9356dd49d4" providerId="ADAL" clId="{4BAA2464-BFC5-4F17-958E-CE5DE4D13992}" dt="2026-07-13T23:52:50.533" v="0" actId="20577"/>
          <ac:spMkLst>
            <pc:docMk/>
            <pc:sldMk cId="3822222496" sldId="256"/>
            <ac:spMk id="84" creationId="{BCC15478-F3EF-46C0-9C5E-73EAB6FCD431}"/>
          </ac:spMkLst>
        </pc:spChg>
        <pc:spChg chg="mod">
          <ac:chgData name="João Pereira" userId="398580dd-a073-43e2-8be8-9f9356dd49d4" providerId="ADAL" clId="{4BAA2464-BFC5-4F17-958E-CE5DE4D13992}" dt="2026-07-13T23:52:53.200" v="1" actId="20577"/>
          <ac:spMkLst>
            <pc:docMk/>
            <pc:sldMk cId="3822222496" sldId="256"/>
            <ac:spMk id="90" creationId="{A3309733-82E1-4532-8105-E479A1F7A04C}"/>
          </ac:spMkLst>
        </pc:spChg>
        <pc:spChg chg="mod">
          <ac:chgData name="João Pereira" userId="398580dd-a073-43e2-8be8-9f9356dd49d4" providerId="ADAL" clId="{4BAA2464-BFC5-4F17-958E-CE5DE4D13992}" dt="2026-07-13T23:52:54.988" v="2" actId="20577"/>
          <ac:spMkLst>
            <pc:docMk/>
            <pc:sldMk cId="3822222496" sldId="256"/>
            <ac:spMk id="93" creationId="{6EFDE6A9-48C6-4A94-9280-CF1B32F492D8}"/>
          </ac:spMkLst>
        </pc:spChg>
        <pc:spChg chg="mod">
          <ac:chgData name="João Pereira" userId="398580dd-a073-43e2-8be8-9f9356dd49d4" providerId="ADAL" clId="{4BAA2464-BFC5-4F17-958E-CE5DE4D13992}" dt="2026-07-13T23:53:17.174" v="8" actId="1035"/>
          <ac:spMkLst>
            <pc:docMk/>
            <pc:sldMk cId="3822222496" sldId="256"/>
            <ac:spMk id="101" creationId="{7CC1F567-46A3-493A-B714-88732325226E}"/>
          </ac:spMkLst>
        </pc:spChg>
        <pc:spChg chg="mod">
          <ac:chgData name="João Pereira" userId="398580dd-a073-43e2-8be8-9f9356dd49d4" providerId="ADAL" clId="{4BAA2464-BFC5-4F17-958E-CE5DE4D13992}" dt="2026-07-13T23:52:58.523" v="4" actId="20577"/>
          <ac:spMkLst>
            <pc:docMk/>
            <pc:sldMk cId="3822222496" sldId="256"/>
            <ac:spMk id="116" creationId="{DDD98C97-3F93-429C-A2F4-01516D8D1D2D}"/>
          </ac:spMkLst>
        </pc:spChg>
        <pc:cxnChg chg="mod">
          <ac:chgData name="João Pereira" userId="398580dd-a073-43e2-8be8-9f9356dd49d4" providerId="ADAL" clId="{4BAA2464-BFC5-4F17-958E-CE5DE4D13992}" dt="2026-07-13T23:53:17.174" v="8" actId="1035"/>
          <ac:cxnSpMkLst>
            <pc:docMk/>
            <pc:sldMk cId="3822222496" sldId="256"/>
            <ac:cxnSpMk id="102" creationId="{39BAD9FE-5E6E-4A11-9BCB-46836D106C25}"/>
          </ac:cxnSpMkLst>
        </pc:cxnChg>
        <pc:cxnChg chg="mod">
          <ac:chgData name="João Pereira" userId="398580dd-a073-43e2-8be8-9f9356dd49d4" providerId="ADAL" clId="{4BAA2464-BFC5-4F17-958E-CE5DE4D13992}" dt="2026-07-13T23:53:17.174" v="8" actId="1035"/>
          <ac:cxnSpMkLst>
            <pc:docMk/>
            <pc:sldMk cId="3822222496" sldId="256"/>
            <ac:cxnSpMk id="103" creationId="{DD46A779-AC3D-4579-9729-C1A4A9825BF5}"/>
          </ac:cxnSpMkLst>
        </pc:cxnChg>
        <pc:cxnChg chg="mod">
          <ac:chgData name="João Pereira" userId="398580dd-a073-43e2-8be8-9f9356dd49d4" providerId="ADAL" clId="{4BAA2464-BFC5-4F17-958E-CE5DE4D13992}" dt="2026-07-13T23:53:17.174" v="8" actId="1035"/>
          <ac:cxnSpMkLst>
            <pc:docMk/>
            <pc:sldMk cId="3822222496" sldId="256"/>
            <ac:cxnSpMk id="104" creationId="{8CDCFFF0-E609-403C-9E3A-041961DB5300}"/>
          </ac:cxnSpMkLst>
        </pc:cxnChg>
        <pc:cxnChg chg="mod">
          <ac:chgData name="João Pereira" userId="398580dd-a073-43e2-8be8-9f9356dd49d4" providerId="ADAL" clId="{4BAA2464-BFC5-4F17-958E-CE5DE4D13992}" dt="2026-07-13T23:53:17.174" v="8" actId="1035"/>
          <ac:cxnSpMkLst>
            <pc:docMk/>
            <pc:sldMk cId="3822222496" sldId="256"/>
            <ac:cxnSpMk id="105" creationId="{CB0358C4-71D1-47A9-82C0-EEA79DB0DF74}"/>
          </ac:cxnSpMkLst>
        </pc:cxnChg>
        <pc:cxnChg chg="mod">
          <ac:chgData name="João Pereira" userId="398580dd-a073-43e2-8be8-9f9356dd49d4" providerId="ADAL" clId="{4BAA2464-BFC5-4F17-958E-CE5DE4D13992}" dt="2026-07-13T23:53:17.174" v="8" actId="1035"/>
          <ac:cxnSpMkLst>
            <pc:docMk/>
            <pc:sldMk cId="3822222496" sldId="256"/>
            <ac:cxnSpMk id="106" creationId="{E750EED7-2DA0-4B08-A83A-2DE2E8787B62}"/>
          </ac:cxnSpMkLst>
        </pc:cxnChg>
        <pc:cxnChg chg="mod">
          <ac:chgData name="João Pereira" userId="398580dd-a073-43e2-8be8-9f9356dd49d4" providerId="ADAL" clId="{4BAA2464-BFC5-4F17-958E-CE5DE4D13992}" dt="2026-07-13T23:53:17.174" v="8" actId="1035"/>
          <ac:cxnSpMkLst>
            <pc:docMk/>
            <pc:sldMk cId="3822222496" sldId="256"/>
            <ac:cxnSpMk id="157" creationId="{4D993E43-7C6C-478F-908E-6403EA166FD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EBF8C-1079-47AF-B929-5E01C98B8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19FA02-3F03-45D4-965D-2C0235A29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B0A551-C766-4234-B497-7BB64F52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052F5-56B0-4CF2-B7DE-C86B1F22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B70898-70D5-4D1E-801C-7E14B66B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3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7EBB8-0770-4498-B733-BD999E46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899783-85BE-4E39-95B4-945A6444E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713FE8-D9A2-4962-AA9F-3A53B204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5F76C1-E1D6-4171-A51E-D2457CEF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CE4512-B346-4A87-BB3A-39BC0E87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6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317D5-8F80-451A-80F1-CE3314C1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7A2E97-F1FB-4B14-8C93-6EFBDFBB5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7A4AF0-8039-45D6-B596-CA2BFC86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8D90F-5E9F-4B99-93F4-AD23F77E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82ED25-59FC-44CF-A8CD-578269E1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1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1827E-7D5B-401B-A49B-EF39D6E6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FC7B38-1CB0-47F5-8B6A-587E1B052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167DAF-E476-4294-B935-CB3B6E917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90DC4D-C755-4B28-9E03-A91AFFAA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508723-61C9-45F2-9C5B-0037DC2A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A8A00B-44EC-4853-A4E2-668DEABC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4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79948-3C96-405F-9498-E8631D89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7229EC-371B-48C3-A654-4BCD8A3F4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DF9171-7BBB-4AB0-9FBA-F3D7B0DC1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D80681-A443-41F2-884F-4E556C654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427E18-7990-4822-9B1B-113F65CAD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68B4DA-D474-49C7-9A4B-F400E7C2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13102A4-AA12-447B-B359-32C04308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9FF702-E848-49EE-BA7F-B36F44D1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3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35513-5DB0-462C-A6D7-5A187EA5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F16962-99E3-4A97-AF45-DFCEBB4A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209E0D-E0C1-4E45-B632-8A7C52F1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593683-12D2-4978-AB0C-D035E8C9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2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ECCFDC-C37D-4161-A4CB-239A0CD9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B9DDCD-FEC9-4EA8-87BA-2BF9C9DE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61C0C0-098F-4994-ADB8-AC0F336C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4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3309C-2767-40F5-9A94-434D2A4A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FE4073-470C-40AF-8FA2-1967B9BA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463C28-E91C-4CA9-962D-3478AD527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6BA137-EA13-4C38-9EA3-4C9C5883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90CED7-63D8-4125-B253-21246C88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22F876-4EE1-46CB-A022-A9FB7748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6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A7715-F58D-4C72-B1CC-E116BC59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7FD0DF-799A-4EF1-A838-D9D502C65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7A912B-9C44-4A9B-9BCD-3380DF98B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E98E5F-41C6-46A0-89B4-A040D7AB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0168A7-7CDD-4222-8353-5FCFF2A8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C34B9-3355-4BD6-BC55-4565B4E6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5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DB095-1584-4E40-87F6-C7BA589C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961BE-E492-4969-BE3E-1B1E00196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FCC7A1-A399-4261-977B-CDA909E1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0D1E16-1F9D-4752-99C8-C692FB0C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C299FB-CAE8-446E-AD45-02E8CECA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0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FF587A-4ADC-4C57-9A4D-B53D93902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BCE3F0-63DF-4D4F-BA81-C27414BF0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07F047-35E3-4C34-ABE9-4BAEA0A8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C30601-3D35-4A5C-AE72-10C7763C8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3A786F-2BAA-443D-AB6F-6F702090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0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23DEBC-961D-406A-8B50-B7B33A11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156EFC-3F4E-41B6-A357-4DBBCB1CD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4E3E50-36E6-4558-9FA8-4B3F5A154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B00A8-70E7-41D9-B9A7-B0609EA5B2E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FB007-0580-466F-BCDA-E3D78F0D3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396127-A6C6-4347-ADB7-B4AB2AC88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F888B-9B3B-4D27-9E35-EAF3CC0615C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8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EFDA8306-2BBF-415E-A76F-86C466561F2B}"/>
              </a:ext>
            </a:extLst>
          </p:cNvPr>
          <p:cNvGrpSpPr/>
          <p:nvPr/>
        </p:nvGrpSpPr>
        <p:grpSpPr>
          <a:xfrm>
            <a:off x="3306729" y="2337917"/>
            <a:ext cx="4041190" cy="2533376"/>
            <a:chOff x="3032409" y="2100173"/>
            <a:chExt cx="4041190" cy="2533376"/>
          </a:xfrm>
        </p:grpSpPr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BCC15478-F3EF-46C0-9C5E-73EAB6FCD431}"/>
                </a:ext>
              </a:extLst>
            </p:cNvPr>
            <p:cNvSpPr txBox="1"/>
            <p:nvPr/>
          </p:nvSpPr>
          <p:spPr>
            <a:xfrm>
              <a:off x="3242363" y="3001859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pt-BR" sz="11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1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CaixaDeTexto 89">
              <a:extLst>
                <a:ext uri="{FF2B5EF4-FFF2-40B4-BE49-F238E27FC236}">
                  <a16:creationId xmlns:a16="http://schemas.microsoft.com/office/drawing/2014/main" id="{A3309733-82E1-4532-8105-E479A1F7A04C}"/>
                </a:ext>
              </a:extLst>
            </p:cNvPr>
            <p:cNvSpPr txBox="1"/>
            <p:nvPr/>
          </p:nvSpPr>
          <p:spPr>
            <a:xfrm>
              <a:off x="3298905" y="3268790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pt-BR" sz="11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1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Conector de Seta Reta 4">
              <a:extLst>
                <a:ext uri="{FF2B5EF4-FFF2-40B4-BE49-F238E27FC236}">
                  <a16:creationId xmlns:a16="http://schemas.microsoft.com/office/drawing/2014/main" id="{72EF278B-A716-413A-AB7A-02E2ACE06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528" y="2259220"/>
              <a:ext cx="0" cy="411476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4377DEAF-CF29-4CAE-9372-0ABA0B234394}"/>
                </a:ext>
              </a:extLst>
            </p:cNvPr>
            <p:cNvCxnSpPr>
              <a:cxnSpLocks/>
            </p:cNvCxnSpPr>
            <p:nvPr/>
          </p:nvCxnSpPr>
          <p:spPr>
            <a:xfrm>
              <a:off x="6461760" y="2884602"/>
              <a:ext cx="441960" cy="0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Agrupar 68">
              <a:extLst>
                <a:ext uri="{FF2B5EF4-FFF2-40B4-BE49-F238E27FC236}">
                  <a16:creationId xmlns:a16="http://schemas.microsoft.com/office/drawing/2014/main" id="{DEACC944-A58D-4C0C-B50F-D057AA5DA15F}"/>
                </a:ext>
              </a:extLst>
            </p:cNvPr>
            <p:cNvGrpSpPr/>
            <p:nvPr/>
          </p:nvGrpSpPr>
          <p:grpSpPr>
            <a:xfrm>
              <a:off x="3433564" y="2344504"/>
              <a:ext cx="1339995" cy="620399"/>
              <a:chOff x="3433564" y="2344504"/>
              <a:chExt cx="1339995" cy="620399"/>
            </a:xfrm>
          </p:grpSpPr>
          <p:grpSp>
            <p:nvGrpSpPr>
              <p:cNvPr id="61" name="Agrupar 60">
                <a:extLst>
                  <a:ext uri="{FF2B5EF4-FFF2-40B4-BE49-F238E27FC236}">
                    <a16:creationId xmlns:a16="http://schemas.microsoft.com/office/drawing/2014/main" id="{85301609-1180-4A84-9D26-5FE331E58D8F}"/>
                  </a:ext>
                </a:extLst>
              </p:cNvPr>
              <p:cNvGrpSpPr/>
              <p:nvPr/>
            </p:nvGrpSpPr>
            <p:grpSpPr>
              <a:xfrm>
                <a:off x="4453541" y="2730112"/>
                <a:ext cx="72804" cy="227275"/>
                <a:chOff x="3475516" y="2733921"/>
                <a:chExt cx="72804" cy="227275"/>
              </a:xfrm>
            </p:grpSpPr>
            <p:sp>
              <p:nvSpPr>
                <p:cNvPr id="62" name="Retângulo 61">
                  <a:extLst>
                    <a:ext uri="{FF2B5EF4-FFF2-40B4-BE49-F238E27FC236}">
                      <a16:creationId xmlns:a16="http://schemas.microsoft.com/office/drawing/2014/main" id="{07CD7066-6E2F-444D-800D-40EDD129AABD}"/>
                    </a:ext>
                  </a:extLst>
                </p:cNvPr>
                <p:cNvSpPr/>
                <p:nvPr/>
              </p:nvSpPr>
              <p:spPr>
                <a:xfrm rot="5400000" flipH="1">
                  <a:off x="3424480" y="2794769"/>
                  <a:ext cx="173935" cy="5224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tângulo 62">
                  <a:extLst>
                    <a:ext uri="{FF2B5EF4-FFF2-40B4-BE49-F238E27FC236}">
                      <a16:creationId xmlns:a16="http://schemas.microsoft.com/office/drawing/2014/main" id="{0D989737-3882-410A-9CE8-3F76EAF84735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761017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tângulo 63">
                  <a:extLst>
                    <a:ext uri="{FF2B5EF4-FFF2-40B4-BE49-F238E27FC236}">
                      <a16:creationId xmlns:a16="http://schemas.microsoft.com/office/drawing/2014/main" id="{2A5A7AEF-D9D0-4FF3-889C-564E9D0B2AF9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901935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5" name="Agrupar 64">
                <a:extLst>
                  <a:ext uri="{FF2B5EF4-FFF2-40B4-BE49-F238E27FC236}">
                    <a16:creationId xmlns:a16="http://schemas.microsoft.com/office/drawing/2014/main" id="{A5E6EDC1-1754-4AFA-A88F-C8125DD86416}"/>
                  </a:ext>
                </a:extLst>
              </p:cNvPr>
              <p:cNvGrpSpPr/>
              <p:nvPr/>
            </p:nvGrpSpPr>
            <p:grpSpPr>
              <a:xfrm>
                <a:off x="4337707" y="2730111"/>
                <a:ext cx="72804" cy="227275"/>
                <a:chOff x="3475516" y="2733921"/>
                <a:chExt cx="72804" cy="227275"/>
              </a:xfrm>
            </p:grpSpPr>
            <p:sp>
              <p:nvSpPr>
                <p:cNvPr id="66" name="Retângulo 65">
                  <a:extLst>
                    <a:ext uri="{FF2B5EF4-FFF2-40B4-BE49-F238E27FC236}">
                      <a16:creationId xmlns:a16="http://schemas.microsoft.com/office/drawing/2014/main" id="{99E0834D-6758-4F2C-B802-B414043B4DFD}"/>
                    </a:ext>
                  </a:extLst>
                </p:cNvPr>
                <p:cNvSpPr/>
                <p:nvPr/>
              </p:nvSpPr>
              <p:spPr>
                <a:xfrm rot="5400000" flipH="1">
                  <a:off x="3424480" y="2794769"/>
                  <a:ext cx="173935" cy="5224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tângulo 66">
                  <a:extLst>
                    <a:ext uri="{FF2B5EF4-FFF2-40B4-BE49-F238E27FC236}">
                      <a16:creationId xmlns:a16="http://schemas.microsoft.com/office/drawing/2014/main" id="{5EDC2264-2C5F-40FE-A724-1CB8342E36B4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761017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tângulo 67">
                  <a:extLst>
                    <a:ext uri="{FF2B5EF4-FFF2-40B4-BE49-F238E27FC236}">
                      <a16:creationId xmlns:a16="http://schemas.microsoft.com/office/drawing/2014/main" id="{086268B5-F93F-4DF6-8177-E6199F155D60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901935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Agrupar 56">
                <a:extLst>
                  <a:ext uri="{FF2B5EF4-FFF2-40B4-BE49-F238E27FC236}">
                    <a16:creationId xmlns:a16="http://schemas.microsoft.com/office/drawing/2014/main" id="{33FA5AE5-0F6E-4822-AE5F-3C169697C95D}"/>
                  </a:ext>
                </a:extLst>
              </p:cNvPr>
              <p:cNvGrpSpPr/>
              <p:nvPr/>
            </p:nvGrpSpPr>
            <p:grpSpPr>
              <a:xfrm>
                <a:off x="3583730" y="2730112"/>
                <a:ext cx="72804" cy="227275"/>
                <a:chOff x="3475516" y="2733921"/>
                <a:chExt cx="72804" cy="227275"/>
              </a:xfrm>
            </p:grpSpPr>
            <p:sp>
              <p:nvSpPr>
                <p:cNvPr id="58" name="Retângulo 57">
                  <a:extLst>
                    <a:ext uri="{FF2B5EF4-FFF2-40B4-BE49-F238E27FC236}">
                      <a16:creationId xmlns:a16="http://schemas.microsoft.com/office/drawing/2014/main" id="{531E1C23-705E-457A-A0A6-9158604D934F}"/>
                    </a:ext>
                  </a:extLst>
                </p:cNvPr>
                <p:cNvSpPr/>
                <p:nvPr/>
              </p:nvSpPr>
              <p:spPr>
                <a:xfrm rot="5400000" flipH="1">
                  <a:off x="3424480" y="2794769"/>
                  <a:ext cx="173935" cy="5224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tângulo 58">
                  <a:extLst>
                    <a:ext uri="{FF2B5EF4-FFF2-40B4-BE49-F238E27FC236}">
                      <a16:creationId xmlns:a16="http://schemas.microsoft.com/office/drawing/2014/main" id="{5194146A-5A39-49DC-AB38-642DE72A83EF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761017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381B6321-5F16-4F84-BC7C-8B1AB0491BEC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901935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Agrupar 44">
                <a:extLst>
                  <a:ext uri="{FF2B5EF4-FFF2-40B4-BE49-F238E27FC236}">
                    <a16:creationId xmlns:a16="http://schemas.microsoft.com/office/drawing/2014/main" id="{37F3B824-6077-46CF-BE7C-580FB1B8EF8C}"/>
                  </a:ext>
                </a:extLst>
              </p:cNvPr>
              <p:cNvGrpSpPr/>
              <p:nvPr/>
            </p:nvGrpSpPr>
            <p:grpSpPr>
              <a:xfrm flipH="1">
                <a:off x="3607457" y="2548421"/>
                <a:ext cx="273711" cy="121593"/>
                <a:chOff x="4258519" y="2701935"/>
                <a:chExt cx="273711" cy="121593"/>
              </a:xfrm>
            </p:grpSpPr>
            <p:sp>
              <p:nvSpPr>
                <p:cNvPr id="42" name="Corda 41">
                  <a:extLst>
                    <a:ext uri="{FF2B5EF4-FFF2-40B4-BE49-F238E27FC236}">
                      <a16:creationId xmlns:a16="http://schemas.microsoft.com/office/drawing/2014/main" id="{F6B596FB-B8E0-417D-BC6B-B9EEF6F00AB4}"/>
                    </a:ext>
                  </a:extLst>
                </p:cNvPr>
                <p:cNvSpPr/>
                <p:nvPr/>
              </p:nvSpPr>
              <p:spPr>
                <a:xfrm rot="12893066">
                  <a:off x="4258519" y="2701935"/>
                  <a:ext cx="121593" cy="121593"/>
                </a:xfrm>
                <a:prstGeom prst="chord">
                  <a:avLst>
                    <a:gd name="adj1" fmla="val 2700000"/>
                    <a:gd name="adj2" fmla="val 14656412"/>
                  </a:avLst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tângulo 42">
                  <a:extLst>
                    <a:ext uri="{FF2B5EF4-FFF2-40B4-BE49-F238E27FC236}">
                      <a16:creationId xmlns:a16="http://schemas.microsoft.com/office/drawing/2014/main" id="{D6FE7309-0671-4F7E-8358-DC2C6367118D}"/>
                    </a:ext>
                  </a:extLst>
                </p:cNvPr>
                <p:cNvSpPr/>
                <p:nvPr/>
              </p:nvSpPr>
              <p:spPr>
                <a:xfrm>
                  <a:off x="4377227" y="2741695"/>
                  <a:ext cx="155003" cy="4571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tângulo 43">
                  <a:extLst>
                    <a:ext uri="{FF2B5EF4-FFF2-40B4-BE49-F238E27FC236}">
                      <a16:creationId xmlns:a16="http://schemas.microsoft.com/office/drawing/2014/main" id="{ED262191-C454-494D-9ABE-DC86C6ADD214}"/>
                    </a:ext>
                  </a:extLst>
                </p:cNvPr>
                <p:cNvSpPr/>
                <p:nvPr/>
              </p:nvSpPr>
              <p:spPr>
                <a:xfrm>
                  <a:off x="4445873" y="2726329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0" name="Agrupar 49">
                <a:extLst>
                  <a:ext uri="{FF2B5EF4-FFF2-40B4-BE49-F238E27FC236}">
                    <a16:creationId xmlns:a16="http://schemas.microsoft.com/office/drawing/2014/main" id="{0B085171-3798-4F72-A92B-E0DCDF587971}"/>
                  </a:ext>
                </a:extLst>
              </p:cNvPr>
              <p:cNvGrpSpPr/>
              <p:nvPr/>
            </p:nvGrpSpPr>
            <p:grpSpPr>
              <a:xfrm>
                <a:off x="3795324" y="2344504"/>
                <a:ext cx="978235" cy="620399"/>
                <a:chOff x="3795324" y="2344504"/>
                <a:chExt cx="978235" cy="620399"/>
              </a:xfrm>
            </p:grpSpPr>
            <p:grpSp>
              <p:nvGrpSpPr>
                <p:cNvPr id="37" name="Agrupar 36">
                  <a:extLst>
                    <a:ext uri="{FF2B5EF4-FFF2-40B4-BE49-F238E27FC236}">
                      <a16:creationId xmlns:a16="http://schemas.microsoft.com/office/drawing/2014/main" id="{3405B3BC-4D94-4F38-90C7-B395D5AE55B0}"/>
                    </a:ext>
                  </a:extLst>
                </p:cNvPr>
                <p:cNvGrpSpPr/>
                <p:nvPr/>
              </p:nvGrpSpPr>
              <p:grpSpPr>
                <a:xfrm>
                  <a:off x="3795324" y="2344504"/>
                  <a:ext cx="978235" cy="620399"/>
                  <a:chOff x="3795324" y="2344504"/>
                  <a:chExt cx="978235" cy="620399"/>
                </a:xfrm>
              </p:grpSpPr>
              <p:sp>
                <p:nvSpPr>
                  <p:cNvPr id="20" name="Cilindro 19">
                    <a:extLst>
                      <a:ext uri="{FF2B5EF4-FFF2-40B4-BE49-F238E27FC236}">
                        <a16:creationId xmlns:a16="http://schemas.microsoft.com/office/drawing/2014/main" id="{8E092AF2-45FD-48D8-88E1-EA4C397EE3E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885950" y="2427453"/>
                    <a:ext cx="187941" cy="365757"/>
                  </a:xfrm>
                  <a:prstGeom prst="can">
                    <a:avLst/>
                  </a:prstGeom>
                  <a:solidFill>
                    <a:srgbClr val="F3D02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Arco 20">
                    <a:extLst>
                      <a:ext uri="{FF2B5EF4-FFF2-40B4-BE49-F238E27FC236}">
                        <a16:creationId xmlns:a16="http://schemas.microsoft.com/office/drawing/2014/main" id="{B54BCBFF-562A-485C-B2B9-7514B3FC896F}"/>
                      </a:ext>
                    </a:extLst>
                  </p:cNvPr>
                  <p:cNvSpPr/>
                  <p:nvPr/>
                </p:nvSpPr>
                <p:spPr>
                  <a:xfrm rot="11790289">
                    <a:off x="4088917" y="2344504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Arco 21">
                    <a:extLst>
                      <a:ext uri="{FF2B5EF4-FFF2-40B4-BE49-F238E27FC236}">
                        <a16:creationId xmlns:a16="http://schemas.microsoft.com/office/drawing/2014/main" id="{3844231B-1136-43CD-A956-455B36D01ED2}"/>
                      </a:ext>
                    </a:extLst>
                  </p:cNvPr>
                  <p:cNvSpPr/>
                  <p:nvPr/>
                </p:nvSpPr>
                <p:spPr>
                  <a:xfrm rot="11790289">
                    <a:off x="4069867" y="2348201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Arco 22">
                    <a:extLst>
                      <a:ext uri="{FF2B5EF4-FFF2-40B4-BE49-F238E27FC236}">
                        <a16:creationId xmlns:a16="http://schemas.microsoft.com/office/drawing/2014/main" id="{A08C6617-F050-4C00-86CA-FB17F25C2D9C}"/>
                      </a:ext>
                    </a:extLst>
                  </p:cNvPr>
                  <p:cNvSpPr/>
                  <p:nvPr/>
                </p:nvSpPr>
                <p:spPr>
                  <a:xfrm rot="11873430">
                    <a:off x="4048987" y="2350335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Arco 23">
                    <a:extLst>
                      <a:ext uri="{FF2B5EF4-FFF2-40B4-BE49-F238E27FC236}">
                        <a16:creationId xmlns:a16="http://schemas.microsoft.com/office/drawing/2014/main" id="{2632C45E-5422-42BB-828D-A17DA52D9DC4}"/>
                      </a:ext>
                    </a:extLst>
                  </p:cNvPr>
                  <p:cNvSpPr/>
                  <p:nvPr/>
                </p:nvSpPr>
                <p:spPr>
                  <a:xfrm rot="11873430">
                    <a:off x="4029937" y="2354032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Arco 24">
                    <a:extLst>
                      <a:ext uri="{FF2B5EF4-FFF2-40B4-BE49-F238E27FC236}">
                        <a16:creationId xmlns:a16="http://schemas.microsoft.com/office/drawing/2014/main" id="{812009F8-2B5E-40B2-9169-353B6ABEE3A7}"/>
                      </a:ext>
                    </a:extLst>
                  </p:cNvPr>
                  <p:cNvSpPr/>
                  <p:nvPr/>
                </p:nvSpPr>
                <p:spPr>
                  <a:xfrm rot="11931477">
                    <a:off x="4009906" y="2356338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Arco 25">
                    <a:extLst>
                      <a:ext uri="{FF2B5EF4-FFF2-40B4-BE49-F238E27FC236}">
                        <a16:creationId xmlns:a16="http://schemas.microsoft.com/office/drawing/2014/main" id="{2ED72C30-DF0D-4AC6-B400-24A26D993931}"/>
                      </a:ext>
                    </a:extLst>
                  </p:cNvPr>
                  <p:cNvSpPr/>
                  <p:nvPr/>
                </p:nvSpPr>
                <p:spPr>
                  <a:xfrm rot="11931477">
                    <a:off x="3990856" y="2360035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Arco 26">
                    <a:extLst>
                      <a:ext uri="{FF2B5EF4-FFF2-40B4-BE49-F238E27FC236}">
                        <a16:creationId xmlns:a16="http://schemas.microsoft.com/office/drawing/2014/main" id="{6B22BF1C-64D6-413A-8BE0-ECF91B1066AD}"/>
                      </a:ext>
                    </a:extLst>
                  </p:cNvPr>
                  <p:cNvSpPr/>
                  <p:nvPr/>
                </p:nvSpPr>
                <p:spPr>
                  <a:xfrm rot="12014618">
                    <a:off x="3969976" y="2362169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Arco 27">
                    <a:extLst>
                      <a:ext uri="{FF2B5EF4-FFF2-40B4-BE49-F238E27FC236}">
                        <a16:creationId xmlns:a16="http://schemas.microsoft.com/office/drawing/2014/main" id="{2F179BC2-AC76-4E8C-B922-19B08E835F44}"/>
                      </a:ext>
                    </a:extLst>
                  </p:cNvPr>
                  <p:cNvSpPr/>
                  <p:nvPr/>
                </p:nvSpPr>
                <p:spPr>
                  <a:xfrm rot="12014618">
                    <a:off x="3950926" y="2365866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Arco 28">
                    <a:extLst>
                      <a:ext uri="{FF2B5EF4-FFF2-40B4-BE49-F238E27FC236}">
                        <a16:creationId xmlns:a16="http://schemas.microsoft.com/office/drawing/2014/main" id="{EB62F718-EBF7-4A4E-992D-410D075AB675}"/>
                      </a:ext>
                    </a:extLst>
                  </p:cNvPr>
                  <p:cNvSpPr/>
                  <p:nvPr/>
                </p:nvSpPr>
                <p:spPr>
                  <a:xfrm rot="12058697">
                    <a:off x="3933315" y="2362520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Arco 29">
                    <a:extLst>
                      <a:ext uri="{FF2B5EF4-FFF2-40B4-BE49-F238E27FC236}">
                        <a16:creationId xmlns:a16="http://schemas.microsoft.com/office/drawing/2014/main" id="{B099D535-4C81-4034-A03C-87BB2374F0F6}"/>
                      </a:ext>
                    </a:extLst>
                  </p:cNvPr>
                  <p:cNvSpPr/>
                  <p:nvPr/>
                </p:nvSpPr>
                <p:spPr>
                  <a:xfrm rot="12058697">
                    <a:off x="3914265" y="2366217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Arco 30">
                    <a:extLst>
                      <a:ext uri="{FF2B5EF4-FFF2-40B4-BE49-F238E27FC236}">
                        <a16:creationId xmlns:a16="http://schemas.microsoft.com/office/drawing/2014/main" id="{1757C259-E12E-4B5F-9C52-FCFE0346990F}"/>
                      </a:ext>
                    </a:extLst>
                  </p:cNvPr>
                  <p:cNvSpPr/>
                  <p:nvPr/>
                </p:nvSpPr>
                <p:spPr>
                  <a:xfrm rot="12141838">
                    <a:off x="3893385" y="2368351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Arco 31">
                    <a:extLst>
                      <a:ext uri="{FF2B5EF4-FFF2-40B4-BE49-F238E27FC236}">
                        <a16:creationId xmlns:a16="http://schemas.microsoft.com/office/drawing/2014/main" id="{DD025B54-FE8A-49D8-8D96-7E7CBE60F34B}"/>
                      </a:ext>
                    </a:extLst>
                  </p:cNvPr>
                  <p:cNvSpPr/>
                  <p:nvPr/>
                </p:nvSpPr>
                <p:spPr>
                  <a:xfrm rot="12141838">
                    <a:off x="3874335" y="2372048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Arco 32">
                    <a:extLst>
                      <a:ext uri="{FF2B5EF4-FFF2-40B4-BE49-F238E27FC236}">
                        <a16:creationId xmlns:a16="http://schemas.microsoft.com/office/drawing/2014/main" id="{D8C505AD-DF84-4B5A-B01C-BA4C23590C92}"/>
                      </a:ext>
                    </a:extLst>
                  </p:cNvPr>
                  <p:cNvSpPr/>
                  <p:nvPr/>
                </p:nvSpPr>
                <p:spPr>
                  <a:xfrm rot="12199885">
                    <a:off x="3854304" y="2374354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Arco 33">
                    <a:extLst>
                      <a:ext uri="{FF2B5EF4-FFF2-40B4-BE49-F238E27FC236}">
                        <a16:creationId xmlns:a16="http://schemas.microsoft.com/office/drawing/2014/main" id="{B13708F0-3640-46FD-8B00-5E5B0D2A084B}"/>
                      </a:ext>
                    </a:extLst>
                  </p:cNvPr>
                  <p:cNvSpPr/>
                  <p:nvPr/>
                </p:nvSpPr>
                <p:spPr>
                  <a:xfrm rot="12199885">
                    <a:off x="3835254" y="2378051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Arco 34">
                    <a:extLst>
                      <a:ext uri="{FF2B5EF4-FFF2-40B4-BE49-F238E27FC236}">
                        <a16:creationId xmlns:a16="http://schemas.microsoft.com/office/drawing/2014/main" id="{2F98D297-485C-4493-9941-6DB9B9EAB634}"/>
                      </a:ext>
                    </a:extLst>
                  </p:cNvPr>
                  <p:cNvSpPr/>
                  <p:nvPr/>
                </p:nvSpPr>
                <p:spPr>
                  <a:xfrm rot="12283026">
                    <a:off x="3814374" y="2380185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Arco 35">
                    <a:extLst>
                      <a:ext uri="{FF2B5EF4-FFF2-40B4-BE49-F238E27FC236}">
                        <a16:creationId xmlns:a16="http://schemas.microsoft.com/office/drawing/2014/main" id="{D4F037F8-D969-4E63-BD52-E95ACAE01550}"/>
                      </a:ext>
                    </a:extLst>
                  </p:cNvPr>
                  <p:cNvSpPr/>
                  <p:nvPr/>
                </p:nvSpPr>
                <p:spPr>
                  <a:xfrm rot="12283026">
                    <a:off x="3795324" y="2383882"/>
                    <a:ext cx="684642" cy="581021"/>
                  </a:xfrm>
                  <a:prstGeom prst="arc">
                    <a:avLst>
                      <a:gd name="adj1" fmla="val 19838332"/>
                      <a:gd name="adj2" fmla="val 194054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8" name="Elipse 37">
                  <a:extLst>
                    <a:ext uri="{FF2B5EF4-FFF2-40B4-BE49-F238E27FC236}">
                      <a16:creationId xmlns:a16="http://schemas.microsoft.com/office/drawing/2014/main" id="{0A0854A2-99D5-479F-88C3-4ED8CE91AB0C}"/>
                    </a:ext>
                  </a:extLst>
                </p:cNvPr>
                <p:cNvSpPr/>
                <p:nvPr/>
              </p:nvSpPr>
              <p:spPr>
                <a:xfrm>
                  <a:off x="4130763" y="2555504"/>
                  <a:ext cx="45719" cy="115191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Corda 38">
                <a:extLst>
                  <a:ext uri="{FF2B5EF4-FFF2-40B4-BE49-F238E27FC236}">
                    <a16:creationId xmlns:a16="http://schemas.microsoft.com/office/drawing/2014/main" id="{9FF90E3D-C755-4C29-8144-4115BCC9890C}"/>
                  </a:ext>
                </a:extLst>
              </p:cNvPr>
              <p:cNvSpPr/>
              <p:nvPr/>
            </p:nvSpPr>
            <p:spPr>
              <a:xfrm rot="12893066">
                <a:off x="4106119" y="2549535"/>
                <a:ext cx="121593" cy="121593"/>
              </a:xfrm>
              <a:prstGeom prst="chord">
                <a:avLst>
                  <a:gd name="adj1" fmla="val 2700000"/>
                  <a:gd name="adj2" fmla="val 14656412"/>
                </a:avLst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55EA0ED7-101E-4D35-B125-FF4E5B6EADC1}"/>
                  </a:ext>
                </a:extLst>
              </p:cNvPr>
              <p:cNvSpPr/>
              <p:nvPr/>
            </p:nvSpPr>
            <p:spPr>
              <a:xfrm>
                <a:off x="4224827" y="2589295"/>
                <a:ext cx="155003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80B639A3-3A79-417F-A2E5-3DC6031BBED0}"/>
                  </a:ext>
                </a:extLst>
              </p:cNvPr>
              <p:cNvSpPr/>
              <p:nvPr/>
            </p:nvSpPr>
            <p:spPr>
              <a:xfrm>
                <a:off x="4293473" y="2573929"/>
                <a:ext cx="45719" cy="7280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orma em L 17">
                <a:extLst>
                  <a:ext uri="{FF2B5EF4-FFF2-40B4-BE49-F238E27FC236}">
                    <a16:creationId xmlns:a16="http://schemas.microsoft.com/office/drawing/2014/main" id="{AEF37731-93E7-488B-B8F2-EF7ACB92E7FC}"/>
                  </a:ext>
                </a:extLst>
              </p:cNvPr>
              <p:cNvSpPr/>
              <p:nvPr/>
            </p:nvSpPr>
            <p:spPr>
              <a:xfrm>
                <a:off x="4251878" y="2548384"/>
                <a:ext cx="302889" cy="311834"/>
              </a:xfrm>
              <a:prstGeom prst="corner">
                <a:avLst>
                  <a:gd name="adj1" fmla="val 11472"/>
                  <a:gd name="adj2" fmla="val 124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Agrupar 55">
                <a:extLst>
                  <a:ext uri="{FF2B5EF4-FFF2-40B4-BE49-F238E27FC236}">
                    <a16:creationId xmlns:a16="http://schemas.microsoft.com/office/drawing/2014/main" id="{EC1FF28B-A00F-4638-B247-72F72C8912F5}"/>
                  </a:ext>
                </a:extLst>
              </p:cNvPr>
              <p:cNvGrpSpPr/>
              <p:nvPr/>
            </p:nvGrpSpPr>
            <p:grpSpPr>
              <a:xfrm>
                <a:off x="3467896" y="2730111"/>
                <a:ext cx="72804" cy="227275"/>
                <a:chOff x="3475516" y="2733921"/>
                <a:chExt cx="72804" cy="227275"/>
              </a:xfrm>
            </p:grpSpPr>
            <p:sp>
              <p:nvSpPr>
                <p:cNvPr id="53" name="Retângulo 52">
                  <a:extLst>
                    <a:ext uri="{FF2B5EF4-FFF2-40B4-BE49-F238E27FC236}">
                      <a16:creationId xmlns:a16="http://schemas.microsoft.com/office/drawing/2014/main" id="{991F73E0-247E-4333-AAA1-8844AB876627}"/>
                    </a:ext>
                  </a:extLst>
                </p:cNvPr>
                <p:cNvSpPr/>
                <p:nvPr/>
              </p:nvSpPr>
              <p:spPr>
                <a:xfrm rot="5400000" flipH="1">
                  <a:off x="3424480" y="2794769"/>
                  <a:ext cx="173935" cy="5224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tângulo 53">
                  <a:extLst>
                    <a:ext uri="{FF2B5EF4-FFF2-40B4-BE49-F238E27FC236}">
                      <a16:creationId xmlns:a16="http://schemas.microsoft.com/office/drawing/2014/main" id="{4A4A1C85-0159-4D6F-A72A-2A9CA07D901F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761017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tângulo 54">
                  <a:extLst>
                    <a:ext uri="{FF2B5EF4-FFF2-40B4-BE49-F238E27FC236}">
                      <a16:creationId xmlns:a16="http://schemas.microsoft.com/office/drawing/2014/main" id="{97C2CED0-E698-4ED0-A2D9-23177A707A1C}"/>
                    </a:ext>
                  </a:extLst>
                </p:cNvPr>
                <p:cNvSpPr/>
                <p:nvPr/>
              </p:nvSpPr>
              <p:spPr>
                <a:xfrm rot="5400000" flipH="1">
                  <a:off x="3489058" y="2901935"/>
                  <a:ext cx="45719" cy="72804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" name="Forma em L 18">
                <a:extLst>
                  <a:ext uri="{FF2B5EF4-FFF2-40B4-BE49-F238E27FC236}">
                    <a16:creationId xmlns:a16="http://schemas.microsoft.com/office/drawing/2014/main" id="{714C92A4-0AF3-46DC-AD13-C9649FEDEB40}"/>
                  </a:ext>
                </a:extLst>
              </p:cNvPr>
              <p:cNvSpPr/>
              <p:nvPr/>
            </p:nvSpPr>
            <p:spPr>
              <a:xfrm flipH="1">
                <a:off x="3433564" y="2548384"/>
                <a:ext cx="302888" cy="311834"/>
              </a:xfrm>
              <a:prstGeom prst="corner">
                <a:avLst>
                  <a:gd name="adj1" fmla="val 11472"/>
                  <a:gd name="adj2" fmla="val 124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F89B24F-433B-471C-93DB-4732689F3546}"/>
                </a:ext>
              </a:extLst>
            </p:cNvPr>
            <p:cNvSpPr/>
            <p:nvPr/>
          </p:nvSpPr>
          <p:spPr>
            <a:xfrm>
              <a:off x="3280528" y="2860218"/>
              <a:ext cx="3120268" cy="45719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9F8725FE-FF14-4DE5-8D06-15B4006820AD}"/>
                </a:ext>
              </a:extLst>
            </p:cNvPr>
            <p:cNvCxnSpPr/>
            <p:nvPr/>
          </p:nvCxnSpPr>
          <p:spPr>
            <a:xfrm flipV="1">
              <a:off x="3280528" y="2765945"/>
              <a:ext cx="0" cy="23731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544B8782-0987-4D27-90B1-4468AA7C24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3100" y="2768936"/>
              <a:ext cx="67428" cy="730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627D86EA-A7F2-4E3D-98BE-B8EF9F9845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2520" y="2849091"/>
              <a:ext cx="67428" cy="730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ADCAF4EA-F66E-4FBC-AA2B-F5F16FC80E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2520" y="2924315"/>
              <a:ext cx="67428" cy="730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902DB47-6AA3-469B-BF53-9EF60A5A4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2520" y="2695735"/>
              <a:ext cx="67428" cy="730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1192595D-AAB7-4A88-9FCC-26E358B13030}"/>
                </a:ext>
              </a:extLst>
            </p:cNvPr>
            <p:cNvSpPr txBox="1"/>
            <p:nvPr/>
          </p:nvSpPr>
          <p:spPr>
            <a:xfrm>
              <a:off x="3032409" y="2100173"/>
              <a:ext cx="2551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en-US" sz="11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1ED29C43-E09A-4E11-8CDB-6142A962BB04}"/>
                </a:ext>
              </a:extLst>
            </p:cNvPr>
            <p:cNvSpPr txBox="1"/>
            <p:nvPr/>
          </p:nvSpPr>
          <p:spPr>
            <a:xfrm>
              <a:off x="6818401" y="2633900"/>
              <a:ext cx="2551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sz="11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D475A529-C6EB-4694-892F-8A92D55BB0DE}"/>
                </a:ext>
              </a:extLst>
            </p:cNvPr>
            <p:cNvCxnSpPr/>
            <p:nvPr/>
          </p:nvCxnSpPr>
          <p:spPr>
            <a:xfrm>
              <a:off x="3279948" y="3245414"/>
              <a:ext cx="2238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to 75">
              <a:extLst>
                <a:ext uri="{FF2B5EF4-FFF2-40B4-BE49-F238E27FC236}">
                  <a16:creationId xmlns:a16="http://schemas.microsoft.com/office/drawing/2014/main" id="{8735AFFE-FABB-4D5E-8AA4-D2804C861B03}"/>
                </a:ext>
              </a:extLst>
            </p:cNvPr>
            <p:cNvCxnSpPr>
              <a:cxnSpLocks/>
            </p:cNvCxnSpPr>
            <p:nvPr/>
          </p:nvCxnSpPr>
          <p:spPr>
            <a:xfrm>
              <a:off x="3273686" y="3190096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to 78">
              <a:extLst>
                <a:ext uri="{FF2B5EF4-FFF2-40B4-BE49-F238E27FC236}">
                  <a16:creationId xmlns:a16="http://schemas.microsoft.com/office/drawing/2014/main" id="{8F515162-4AA4-40B4-9E1A-301CE9E053CC}"/>
                </a:ext>
              </a:extLst>
            </p:cNvPr>
            <p:cNvCxnSpPr>
              <a:cxnSpLocks/>
            </p:cNvCxnSpPr>
            <p:nvPr/>
          </p:nvCxnSpPr>
          <p:spPr>
            <a:xfrm>
              <a:off x="3503827" y="3190096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>
              <a:extLst>
                <a:ext uri="{FF2B5EF4-FFF2-40B4-BE49-F238E27FC236}">
                  <a16:creationId xmlns:a16="http://schemas.microsoft.com/office/drawing/2014/main" id="{CACC357D-8348-4665-8B46-CD48364B1D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9806" y="3190679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to 82">
              <a:extLst>
                <a:ext uri="{FF2B5EF4-FFF2-40B4-BE49-F238E27FC236}">
                  <a16:creationId xmlns:a16="http://schemas.microsoft.com/office/drawing/2014/main" id="{6CF3512E-A0F6-4BFD-B063-F6EF8E8B05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8395" y="3190679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to 84">
              <a:extLst>
                <a:ext uri="{FF2B5EF4-FFF2-40B4-BE49-F238E27FC236}">
                  <a16:creationId xmlns:a16="http://schemas.microsoft.com/office/drawing/2014/main" id="{61434308-0513-4851-AE9E-4F2331917B71}"/>
                </a:ext>
              </a:extLst>
            </p:cNvPr>
            <p:cNvCxnSpPr>
              <a:cxnSpLocks/>
            </p:cNvCxnSpPr>
            <p:nvPr/>
          </p:nvCxnSpPr>
          <p:spPr>
            <a:xfrm>
              <a:off x="3279948" y="3512345"/>
              <a:ext cx="3489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D75281C7-85A3-452D-B844-9AA1C8404D85}"/>
                </a:ext>
              </a:extLst>
            </p:cNvPr>
            <p:cNvCxnSpPr>
              <a:cxnSpLocks/>
            </p:cNvCxnSpPr>
            <p:nvPr/>
          </p:nvCxnSpPr>
          <p:spPr>
            <a:xfrm>
              <a:off x="3273686" y="3457027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to 86">
              <a:extLst>
                <a:ext uri="{FF2B5EF4-FFF2-40B4-BE49-F238E27FC236}">
                  <a16:creationId xmlns:a16="http://schemas.microsoft.com/office/drawing/2014/main" id="{1385B7A8-4E56-4DAF-A0F0-96D6853BBE9F}"/>
                </a:ext>
              </a:extLst>
            </p:cNvPr>
            <p:cNvCxnSpPr>
              <a:cxnSpLocks/>
            </p:cNvCxnSpPr>
            <p:nvPr/>
          </p:nvCxnSpPr>
          <p:spPr>
            <a:xfrm>
              <a:off x="3621274" y="3457027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to 87">
              <a:extLst>
                <a:ext uri="{FF2B5EF4-FFF2-40B4-BE49-F238E27FC236}">
                  <a16:creationId xmlns:a16="http://schemas.microsoft.com/office/drawing/2014/main" id="{1E44F084-678F-40EE-BCE3-B570EA78F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9806" y="3457610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to 88">
              <a:extLst>
                <a:ext uri="{FF2B5EF4-FFF2-40B4-BE49-F238E27FC236}">
                  <a16:creationId xmlns:a16="http://schemas.microsoft.com/office/drawing/2014/main" id="{4D36E294-1DBE-405E-B5F0-8D1549F855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5842" y="3457610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6EFDE6A9-48C6-4A94-9280-CF1B32F492D8}"/>
                </a:ext>
              </a:extLst>
            </p:cNvPr>
            <p:cNvSpPr txBox="1"/>
            <p:nvPr/>
          </p:nvSpPr>
          <p:spPr>
            <a:xfrm>
              <a:off x="3476571" y="3537266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pt-BR" sz="11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1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Conector reto 93">
              <a:extLst>
                <a:ext uri="{FF2B5EF4-FFF2-40B4-BE49-F238E27FC236}">
                  <a16:creationId xmlns:a16="http://schemas.microsoft.com/office/drawing/2014/main" id="{5344F4C7-CAE2-4B01-BCBE-3280C4D36AF5}"/>
                </a:ext>
              </a:extLst>
            </p:cNvPr>
            <p:cNvCxnSpPr>
              <a:cxnSpLocks/>
            </p:cNvCxnSpPr>
            <p:nvPr/>
          </p:nvCxnSpPr>
          <p:spPr>
            <a:xfrm>
              <a:off x="3279948" y="3780821"/>
              <a:ext cx="70986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to 94">
              <a:extLst>
                <a:ext uri="{FF2B5EF4-FFF2-40B4-BE49-F238E27FC236}">
                  <a16:creationId xmlns:a16="http://schemas.microsoft.com/office/drawing/2014/main" id="{8622DF8B-AD90-4AE3-8310-3989243CB647}"/>
                </a:ext>
              </a:extLst>
            </p:cNvPr>
            <p:cNvCxnSpPr>
              <a:cxnSpLocks/>
            </p:cNvCxnSpPr>
            <p:nvPr/>
          </p:nvCxnSpPr>
          <p:spPr>
            <a:xfrm>
              <a:off x="3273686" y="3725503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64659632-F029-467E-9C65-3CE832D24764}"/>
                </a:ext>
              </a:extLst>
            </p:cNvPr>
            <p:cNvCxnSpPr>
              <a:cxnSpLocks/>
            </p:cNvCxnSpPr>
            <p:nvPr/>
          </p:nvCxnSpPr>
          <p:spPr>
            <a:xfrm>
              <a:off x="3989813" y="3725503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771D29BA-A1D3-47C8-8460-4CA63904C0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9806" y="3726086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97">
              <a:extLst>
                <a:ext uri="{FF2B5EF4-FFF2-40B4-BE49-F238E27FC236}">
                  <a16:creationId xmlns:a16="http://schemas.microsoft.com/office/drawing/2014/main" id="{E9391904-2FC2-4714-AA1D-2045B9F81E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4381" y="3726086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7CC1F567-46A3-493A-B714-88732325226E}"/>
                </a:ext>
              </a:extLst>
            </p:cNvPr>
            <p:cNvSpPr txBox="1"/>
            <p:nvPr/>
          </p:nvSpPr>
          <p:spPr>
            <a:xfrm>
              <a:off x="3639713" y="3794432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pt-BR" sz="11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1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39BAD9FE-5E6E-4A11-9BCB-46836D106C25}"/>
                </a:ext>
              </a:extLst>
            </p:cNvPr>
            <p:cNvCxnSpPr>
              <a:cxnSpLocks/>
            </p:cNvCxnSpPr>
            <p:nvPr/>
          </p:nvCxnSpPr>
          <p:spPr>
            <a:xfrm>
              <a:off x="3279948" y="4037987"/>
              <a:ext cx="10988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DD46A779-AC3D-4579-9729-C1A4A9825BF5}"/>
                </a:ext>
              </a:extLst>
            </p:cNvPr>
            <p:cNvCxnSpPr>
              <a:cxnSpLocks/>
            </p:cNvCxnSpPr>
            <p:nvPr/>
          </p:nvCxnSpPr>
          <p:spPr>
            <a:xfrm>
              <a:off x="3273686" y="3982669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8CDCFFF0-E609-403C-9E3A-041961DB5300}"/>
                </a:ext>
              </a:extLst>
            </p:cNvPr>
            <p:cNvCxnSpPr>
              <a:cxnSpLocks/>
            </p:cNvCxnSpPr>
            <p:nvPr/>
          </p:nvCxnSpPr>
          <p:spPr>
            <a:xfrm>
              <a:off x="4375027" y="3982669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to 104">
              <a:extLst>
                <a:ext uri="{FF2B5EF4-FFF2-40B4-BE49-F238E27FC236}">
                  <a16:creationId xmlns:a16="http://schemas.microsoft.com/office/drawing/2014/main" id="{CB0358C4-71D1-47A9-82C0-EEA79DB0DF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9806" y="3983252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>
              <a:extLst>
                <a:ext uri="{FF2B5EF4-FFF2-40B4-BE49-F238E27FC236}">
                  <a16:creationId xmlns:a16="http://schemas.microsoft.com/office/drawing/2014/main" id="{E750EED7-2DA0-4B08-A83A-2DE2E8787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595" y="3983252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CaixaDeTexto 115">
              <a:extLst>
                <a:ext uri="{FF2B5EF4-FFF2-40B4-BE49-F238E27FC236}">
                  <a16:creationId xmlns:a16="http://schemas.microsoft.com/office/drawing/2014/main" id="{DDD98C97-3F93-429C-A2F4-01516D8D1D2D}"/>
                </a:ext>
              </a:extLst>
            </p:cNvPr>
            <p:cNvSpPr txBox="1"/>
            <p:nvPr/>
          </p:nvSpPr>
          <p:spPr>
            <a:xfrm>
              <a:off x="3716959" y="4065690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pt-BR" sz="11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11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7" name="Conector reto 116">
              <a:extLst>
                <a:ext uri="{FF2B5EF4-FFF2-40B4-BE49-F238E27FC236}">
                  <a16:creationId xmlns:a16="http://schemas.microsoft.com/office/drawing/2014/main" id="{B2B43203-8BE9-4327-82FB-BF765E965DA5}"/>
                </a:ext>
              </a:extLst>
            </p:cNvPr>
            <p:cNvCxnSpPr>
              <a:cxnSpLocks/>
            </p:cNvCxnSpPr>
            <p:nvPr/>
          </p:nvCxnSpPr>
          <p:spPr>
            <a:xfrm>
              <a:off x="3268883" y="4308452"/>
              <a:ext cx="121800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to 117">
              <a:extLst>
                <a:ext uri="{FF2B5EF4-FFF2-40B4-BE49-F238E27FC236}">
                  <a16:creationId xmlns:a16="http://schemas.microsoft.com/office/drawing/2014/main" id="{584EBB16-CF5D-45DA-A5C0-4FD01CB668D6}"/>
                </a:ext>
              </a:extLst>
            </p:cNvPr>
            <p:cNvCxnSpPr>
              <a:cxnSpLocks/>
            </p:cNvCxnSpPr>
            <p:nvPr/>
          </p:nvCxnSpPr>
          <p:spPr>
            <a:xfrm>
              <a:off x="3272796" y="4253927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reto 118">
              <a:extLst>
                <a:ext uri="{FF2B5EF4-FFF2-40B4-BE49-F238E27FC236}">
                  <a16:creationId xmlns:a16="http://schemas.microsoft.com/office/drawing/2014/main" id="{F2B94EFC-769F-4A7F-BFB8-39E06D4A39E5}"/>
                </a:ext>
              </a:extLst>
            </p:cNvPr>
            <p:cNvCxnSpPr>
              <a:cxnSpLocks/>
            </p:cNvCxnSpPr>
            <p:nvPr/>
          </p:nvCxnSpPr>
          <p:spPr>
            <a:xfrm>
              <a:off x="4488437" y="4253927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to 119">
              <a:extLst>
                <a:ext uri="{FF2B5EF4-FFF2-40B4-BE49-F238E27FC236}">
                  <a16:creationId xmlns:a16="http://schemas.microsoft.com/office/drawing/2014/main" id="{9728F34C-65CB-4572-881B-3C8E9DB53E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8916" y="4254510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E0A02D05-C31D-45BD-BDEA-FCF0895F30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3005" y="4254510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6830A731-48A0-4917-9695-9EEAFA09CCDA}"/>
                </a:ext>
              </a:extLst>
            </p:cNvPr>
            <p:cNvSpPr txBox="1"/>
            <p:nvPr/>
          </p:nvSpPr>
          <p:spPr>
            <a:xfrm>
              <a:off x="4736203" y="4334676"/>
              <a:ext cx="26321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10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en-US" sz="11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8" name="Conector reto 127">
              <a:extLst>
                <a:ext uri="{FF2B5EF4-FFF2-40B4-BE49-F238E27FC236}">
                  <a16:creationId xmlns:a16="http://schemas.microsoft.com/office/drawing/2014/main" id="{92F40DE6-D785-4145-96CC-67C56722ED68}"/>
                </a:ext>
              </a:extLst>
            </p:cNvPr>
            <p:cNvCxnSpPr>
              <a:cxnSpLocks/>
            </p:cNvCxnSpPr>
            <p:nvPr/>
          </p:nvCxnSpPr>
          <p:spPr>
            <a:xfrm>
              <a:off x="3275629" y="4578231"/>
              <a:ext cx="312516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ector reto 128">
              <a:extLst>
                <a:ext uri="{FF2B5EF4-FFF2-40B4-BE49-F238E27FC236}">
                  <a16:creationId xmlns:a16="http://schemas.microsoft.com/office/drawing/2014/main" id="{24B06F6A-E682-4211-BDC2-CE0EBC56E830}"/>
                </a:ext>
              </a:extLst>
            </p:cNvPr>
            <p:cNvCxnSpPr>
              <a:cxnSpLocks/>
            </p:cNvCxnSpPr>
            <p:nvPr/>
          </p:nvCxnSpPr>
          <p:spPr>
            <a:xfrm>
              <a:off x="3275630" y="4522913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to 129">
              <a:extLst>
                <a:ext uri="{FF2B5EF4-FFF2-40B4-BE49-F238E27FC236}">
                  <a16:creationId xmlns:a16="http://schemas.microsoft.com/office/drawing/2014/main" id="{84DA00B6-688D-4A81-A1AB-37A058BFF81D}"/>
                </a:ext>
              </a:extLst>
            </p:cNvPr>
            <p:cNvCxnSpPr>
              <a:cxnSpLocks/>
            </p:cNvCxnSpPr>
            <p:nvPr/>
          </p:nvCxnSpPr>
          <p:spPr>
            <a:xfrm>
              <a:off x="6399808" y="4522913"/>
              <a:ext cx="0" cy="110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to 130">
              <a:extLst>
                <a:ext uri="{FF2B5EF4-FFF2-40B4-BE49-F238E27FC236}">
                  <a16:creationId xmlns:a16="http://schemas.microsoft.com/office/drawing/2014/main" id="{281D38BA-130B-4386-B3AA-D06CAFDCBE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1750" y="4523496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to 131">
              <a:extLst>
                <a:ext uri="{FF2B5EF4-FFF2-40B4-BE49-F238E27FC236}">
                  <a16:creationId xmlns:a16="http://schemas.microsoft.com/office/drawing/2014/main" id="{22D09A92-C350-4AE9-95EF-DF93650D2C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376" y="4523496"/>
              <a:ext cx="107759" cy="1078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reto 137">
              <a:extLst>
                <a:ext uri="{FF2B5EF4-FFF2-40B4-BE49-F238E27FC236}">
                  <a16:creationId xmlns:a16="http://schemas.microsoft.com/office/drawing/2014/main" id="{CFCCA523-D0F8-4FB6-9A5D-662EC054B189}"/>
                </a:ext>
              </a:extLst>
            </p:cNvPr>
            <p:cNvCxnSpPr>
              <a:cxnSpLocks/>
            </p:cNvCxnSpPr>
            <p:nvPr/>
          </p:nvCxnSpPr>
          <p:spPr>
            <a:xfrm>
              <a:off x="3502274" y="2997367"/>
              <a:ext cx="0" cy="14568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>
              <a:extLst>
                <a:ext uri="{FF2B5EF4-FFF2-40B4-BE49-F238E27FC236}">
                  <a16:creationId xmlns:a16="http://schemas.microsoft.com/office/drawing/2014/main" id="{97CC786F-197D-407C-8B2B-6CB2E1BEECA8}"/>
                </a:ext>
              </a:extLst>
            </p:cNvPr>
            <p:cNvCxnSpPr>
              <a:cxnSpLocks/>
            </p:cNvCxnSpPr>
            <p:nvPr/>
          </p:nvCxnSpPr>
          <p:spPr>
            <a:xfrm>
              <a:off x="3622637" y="3003187"/>
              <a:ext cx="0" cy="41819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83C2263E-8311-4A3A-A4F3-5005293CD2B4}"/>
                </a:ext>
              </a:extLst>
            </p:cNvPr>
            <p:cNvCxnSpPr>
              <a:cxnSpLocks/>
            </p:cNvCxnSpPr>
            <p:nvPr/>
          </p:nvCxnSpPr>
          <p:spPr>
            <a:xfrm>
              <a:off x="3989336" y="2739305"/>
              <a:ext cx="0" cy="94782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to 143">
              <a:extLst>
                <a:ext uri="{FF2B5EF4-FFF2-40B4-BE49-F238E27FC236}">
                  <a16:creationId xmlns:a16="http://schemas.microsoft.com/office/drawing/2014/main" id="{55554D06-F677-4F1F-8D7D-FB510F38739E}"/>
                </a:ext>
              </a:extLst>
            </p:cNvPr>
            <p:cNvCxnSpPr>
              <a:cxnSpLocks/>
            </p:cNvCxnSpPr>
            <p:nvPr/>
          </p:nvCxnSpPr>
          <p:spPr>
            <a:xfrm>
              <a:off x="4372753" y="2999907"/>
              <a:ext cx="0" cy="97292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reto 145">
              <a:extLst>
                <a:ext uri="{FF2B5EF4-FFF2-40B4-BE49-F238E27FC236}">
                  <a16:creationId xmlns:a16="http://schemas.microsoft.com/office/drawing/2014/main" id="{AAB03725-4453-4CD1-9B25-FA686FC6D8E0}"/>
                </a:ext>
              </a:extLst>
            </p:cNvPr>
            <p:cNvCxnSpPr>
              <a:cxnSpLocks/>
            </p:cNvCxnSpPr>
            <p:nvPr/>
          </p:nvCxnSpPr>
          <p:spPr>
            <a:xfrm>
              <a:off x="4488789" y="3001134"/>
              <a:ext cx="0" cy="12440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reto 148">
              <a:extLst>
                <a:ext uri="{FF2B5EF4-FFF2-40B4-BE49-F238E27FC236}">
                  <a16:creationId xmlns:a16="http://schemas.microsoft.com/office/drawing/2014/main" id="{5959ADF8-EFB8-46F0-BB46-39D0AA5D15C4}"/>
                </a:ext>
              </a:extLst>
            </p:cNvPr>
            <p:cNvCxnSpPr>
              <a:cxnSpLocks/>
            </p:cNvCxnSpPr>
            <p:nvPr/>
          </p:nvCxnSpPr>
          <p:spPr>
            <a:xfrm>
              <a:off x="6402700" y="2943417"/>
              <a:ext cx="0" cy="155254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reto 150">
              <a:extLst>
                <a:ext uri="{FF2B5EF4-FFF2-40B4-BE49-F238E27FC236}">
                  <a16:creationId xmlns:a16="http://schemas.microsoft.com/office/drawing/2014/main" id="{C6B58153-D3DC-45C6-A4DE-58126F9DCEF5}"/>
                </a:ext>
              </a:extLst>
            </p:cNvPr>
            <p:cNvCxnSpPr>
              <a:cxnSpLocks/>
            </p:cNvCxnSpPr>
            <p:nvPr/>
          </p:nvCxnSpPr>
          <p:spPr>
            <a:xfrm>
              <a:off x="3272533" y="3034317"/>
              <a:ext cx="0" cy="12032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reto 151">
              <a:extLst>
                <a:ext uri="{FF2B5EF4-FFF2-40B4-BE49-F238E27FC236}">
                  <a16:creationId xmlns:a16="http://schemas.microsoft.com/office/drawing/2014/main" id="{8B675FE5-D190-4AAD-8E46-4E4037614F04}"/>
                </a:ext>
              </a:extLst>
            </p:cNvPr>
            <p:cNvCxnSpPr>
              <a:cxnSpLocks/>
            </p:cNvCxnSpPr>
            <p:nvPr/>
          </p:nvCxnSpPr>
          <p:spPr>
            <a:xfrm>
              <a:off x="3273685" y="3351530"/>
              <a:ext cx="0" cy="812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to 155">
              <a:extLst>
                <a:ext uri="{FF2B5EF4-FFF2-40B4-BE49-F238E27FC236}">
                  <a16:creationId xmlns:a16="http://schemas.microsoft.com/office/drawing/2014/main" id="{B09B1AFE-3139-4834-AEFF-1CCFFA28C348}"/>
                </a:ext>
              </a:extLst>
            </p:cNvPr>
            <p:cNvCxnSpPr>
              <a:cxnSpLocks/>
            </p:cNvCxnSpPr>
            <p:nvPr/>
          </p:nvCxnSpPr>
          <p:spPr>
            <a:xfrm>
              <a:off x="3273223" y="3620985"/>
              <a:ext cx="0" cy="812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to 156">
              <a:extLst>
                <a:ext uri="{FF2B5EF4-FFF2-40B4-BE49-F238E27FC236}">
                  <a16:creationId xmlns:a16="http://schemas.microsoft.com/office/drawing/2014/main" id="{4D993E43-7C6C-478F-908E-6403EA166FD3}"/>
                </a:ext>
              </a:extLst>
            </p:cNvPr>
            <p:cNvCxnSpPr>
              <a:cxnSpLocks/>
            </p:cNvCxnSpPr>
            <p:nvPr/>
          </p:nvCxnSpPr>
          <p:spPr>
            <a:xfrm>
              <a:off x="3272966" y="3882023"/>
              <a:ext cx="0" cy="812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to 157">
              <a:extLst>
                <a:ext uri="{FF2B5EF4-FFF2-40B4-BE49-F238E27FC236}">
                  <a16:creationId xmlns:a16="http://schemas.microsoft.com/office/drawing/2014/main" id="{85D865F3-C75C-4B17-A363-C6402A9FED06}"/>
                </a:ext>
              </a:extLst>
            </p:cNvPr>
            <p:cNvCxnSpPr>
              <a:cxnSpLocks/>
            </p:cNvCxnSpPr>
            <p:nvPr/>
          </p:nvCxnSpPr>
          <p:spPr>
            <a:xfrm>
              <a:off x="3272533" y="4150627"/>
              <a:ext cx="0" cy="812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to 159">
              <a:extLst>
                <a:ext uri="{FF2B5EF4-FFF2-40B4-BE49-F238E27FC236}">
                  <a16:creationId xmlns:a16="http://schemas.microsoft.com/office/drawing/2014/main" id="{5423ED2D-1B53-40C7-B086-BED12A7CA7BD}"/>
                </a:ext>
              </a:extLst>
            </p:cNvPr>
            <p:cNvCxnSpPr>
              <a:cxnSpLocks/>
            </p:cNvCxnSpPr>
            <p:nvPr/>
          </p:nvCxnSpPr>
          <p:spPr>
            <a:xfrm>
              <a:off x="3271978" y="4418487"/>
              <a:ext cx="0" cy="812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2222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Paulo Pereira</dc:creator>
  <cp:lastModifiedBy>João Pereira</cp:lastModifiedBy>
  <cp:revision>2</cp:revision>
  <dcterms:created xsi:type="dcterms:W3CDTF">2026-07-11T19:10:13Z</dcterms:created>
  <dcterms:modified xsi:type="dcterms:W3CDTF">2026-07-13T23:53:55Z</dcterms:modified>
</cp:coreProperties>
</file>